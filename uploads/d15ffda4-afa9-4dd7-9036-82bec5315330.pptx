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2011 ICC Cricket World Cup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Historic Tournament for Indian Cricket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Tournament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2011 ICC Cricket World Cup was hosted by India, Sri Lanka, and Bangladesh.</a:t>
            </a:r>
          </a:p>
          <a:p>
            <a:pPr>
              <a:defRPr sz="1800"/>
            </a:pPr>
            <a:r>
              <a:t>14 international teams participated in the tournament.</a:t>
            </a:r>
          </a:p>
          <a:p>
            <a:pPr>
              <a:defRPr sz="1800"/>
            </a:pPr>
            <a:r>
              <a:t>Matches were played across multiple iconic stadiums.</a:t>
            </a:r>
          </a:p>
          <a:p>
            <a:pPr>
              <a:defRPr sz="1800"/>
            </a:pPr>
            <a:r>
              <a:t>The event brought together millions of cricket fans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Participating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India, Sri Lanka, Pakistan, Bangladesh</a:t>
            </a:r>
          </a:p>
          <a:p>
            <a:pPr>
              <a:defRPr sz="1800"/>
            </a:pPr>
            <a:r>
              <a:t>Australia, England, South Africa, New Zealand</a:t>
            </a:r>
          </a:p>
          <a:p>
            <a:pPr>
              <a:defRPr sz="1800"/>
            </a:pPr>
            <a:r>
              <a:t>West Indies, Zimbabwe, Ireland</a:t>
            </a:r>
          </a:p>
          <a:p>
            <a:pPr>
              <a:defRPr sz="1800"/>
            </a:pPr>
            <a:r>
              <a:t>Netherlands, Kenya, Canada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Indian Players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 Dhoni – Captain and match-winning finisher.</a:t>
            </a:r>
          </a:p>
          <a:p>
            <a:pPr>
              <a:defRPr sz="1800"/>
            </a:pPr>
            <a:r>
              <a:t>Sachin Tendulkar – Leading run scorer for India.</a:t>
            </a:r>
          </a:p>
          <a:p>
            <a:pPr>
              <a:defRPr sz="1800"/>
            </a:pPr>
            <a:r>
              <a:t>Yuvraj Singh – Player of the Tournament.</a:t>
            </a:r>
          </a:p>
          <a:p>
            <a:pPr>
              <a:defRPr sz="1800"/>
            </a:pPr>
            <a:r>
              <a:t>Zaheer Khan – Leading wicket taker for India.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Final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 vs Sri Lanka at Wankhede Stadium, Mumbai.</a:t>
            </a:r>
          </a:p>
          <a:p>
            <a:pPr>
              <a:defRPr sz="1800"/>
            </a:pPr>
            <a:r>
              <a:t>Sri Lanka scored 274/6 in 50 overs.</a:t>
            </a:r>
          </a:p>
          <a:p>
            <a:pPr>
              <a:defRPr sz="1800"/>
            </a:pPr>
            <a:r>
              <a:t>India chased successfully with strong partnerships.</a:t>
            </a:r>
          </a:p>
          <a:p>
            <a:pPr>
              <a:defRPr sz="1800"/>
            </a:pPr>
            <a:r>
              <a:t>MS Dhoni finished the match with a historic six.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Tournament Highlights &amp;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Player of the Tournament: Yuvraj Singh.</a:t>
            </a:r>
          </a:p>
          <a:p>
            <a:pPr>
              <a:defRPr sz="1800"/>
            </a:pPr>
            <a:r>
              <a:t>Top Run Scorer: Tillakaratne Dilshan.</a:t>
            </a:r>
          </a:p>
          <a:p>
            <a:pPr>
              <a:defRPr sz="1800"/>
            </a:pPr>
            <a:r>
              <a:t>Top Wicket Taker: Shahid Afridi &amp; Zaheer Khan (India).</a:t>
            </a:r>
          </a:p>
          <a:p>
            <a:pPr>
              <a:defRPr sz="1800"/>
            </a:pPr>
            <a:r>
              <a:t>India won their second World Cup after 1983.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of the 2011 World Cup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of the most emotional victories for Indian fans.</a:t>
            </a:r>
          </a:p>
          <a:p>
            <a:pPr>
              <a:defRPr sz="1800"/>
            </a:pPr>
            <a:r>
              <a:t>Sachin Tendulkar’s dream of winning a World Cup fulfilled.</a:t>
            </a:r>
          </a:p>
          <a:p>
            <a:pPr>
              <a:defRPr sz="1800"/>
            </a:pPr>
            <a:r>
              <a:t>Inspired a new generation of cricketers.</a:t>
            </a:r>
          </a:p>
          <a:p>
            <a:pPr>
              <a:defRPr sz="1800"/>
            </a:pPr>
            <a:r>
              <a:t>Remembered as one of cricket’s greatest tournaments.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